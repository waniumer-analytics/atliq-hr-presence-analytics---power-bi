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1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6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66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8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3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5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6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8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55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7385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0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31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07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52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53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74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56" y="764373"/>
            <a:ext cx="8101584" cy="1293028"/>
          </a:xfrm>
        </p:spPr>
        <p:txBody>
          <a:bodyPr/>
          <a:lstStyle/>
          <a:p>
            <a:r>
              <a:rPr dirty="0" err="1"/>
              <a:t>AtliQ</a:t>
            </a:r>
            <a:r>
              <a:rPr dirty="0"/>
              <a:t> HR Presence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Workforce Attendance Analytics Dashboard</a:t>
            </a:r>
          </a:p>
          <a:p>
            <a:endParaRPr sz="2800" dirty="0"/>
          </a:p>
          <a:p>
            <a:r>
              <a:rPr lang="en-US" sz="2800" dirty="0"/>
              <a:t>DESIGNED BY :- WANI UMER (</a:t>
            </a:r>
            <a:r>
              <a:rPr sz="2800" dirty="0"/>
              <a:t>Data Analyst</a:t>
            </a:r>
            <a:r>
              <a:rPr lang="en-US" sz="2800" dirty="0"/>
              <a:t>)</a:t>
            </a:r>
            <a:endParaRPr sz="2800" dirty="0"/>
          </a:p>
          <a:p>
            <a:endParaRPr sz="2800" dirty="0"/>
          </a:p>
          <a:p>
            <a:r>
              <a:rPr sz="2800" dirty="0"/>
              <a:t>Tools: Power BI | DAX | Power Query | HR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764373"/>
            <a:ext cx="7872984" cy="1293028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builds a Power BI dashboard to analyze workforce attendance patterns.</a:t>
            </a:r>
          </a:p>
          <a:p>
            <a:endParaRPr/>
          </a:p>
          <a:p>
            <a:r>
              <a:t>The dashboard provides HR managers insights into:</a:t>
            </a:r>
          </a:p>
          <a:p>
            <a:r>
              <a:t>- Attendance rate</a:t>
            </a:r>
          </a:p>
          <a:p>
            <a:r>
              <a:t>- Work From Home usage</a:t>
            </a:r>
          </a:p>
          <a:p>
            <a:r>
              <a:t>- Sick leave trends</a:t>
            </a:r>
          </a:p>
          <a:p>
            <a:r>
              <a:t>- Employee attendance behavior</a:t>
            </a:r>
          </a:p>
          <a:p>
            <a:r>
              <a:t>- Weekly and monthly attendance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AtliQ needed a centralized solution to monitor workforce attendance.</a:t>
            </a:r>
          </a:p>
          <a:p>
            <a:endParaRPr/>
          </a:p>
          <a:p>
            <a:r>
              <a:t>Challenges included:</a:t>
            </a:r>
          </a:p>
          <a:p>
            <a:r>
              <a:t>- Tracking attendance rates</a:t>
            </a:r>
          </a:p>
          <a:p>
            <a:r>
              <a:t>- Monitoring WFH usage</a:t>
            </a:r>
          </a:p>
          <a:p>
            <a:r>
              <a:t>- Identifying sick leave patterns</a:t>
            </a:r>
          </a:p>
          <a:p>
            <a:r>
              <a:t>- Detecting employee attendance anomalies</a:t>
            </a:r>
          </a:p>
          <a:p>
            <a:endParaRPr/>
          </a:p>
          <a:p>
            <a:r>
              <a:t>Without dashboards, HR teams struggled to detect trends quickly.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" y="764373"/>
            <a:ext cx="8458200" cy="1293028"/>
          </a:xfrm>
        </p:spPr>
        <p:txBody>
          <a:bodyPr/>
          <a:lstStyle/>
          <a:p>
            <a:r>
              <a:rPr dirty="0"/>
              <a:t>Data Cleaning – Power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attendance data was cleaned using Power Query.</a:t>
            </a:r>
          </a:p>
          <a:p>
            <a:endParaRPr/>
          </a:p>
          <a:p>
            <a:r>
              <a:t>Transformations included:</a:t>
            </a:r>
          </a:p>
          <a:p>
            <a:r>
              <a:t>- Date formatting</a:t>
            </a:r>
          </a:p>
          <a:p>
            <a:r>
              <a:t>- Attendance classification (Present, WFH, Sick Leave)</a:t>
            </a:r>
          </a:p>
          <a:p>
            <a:r>
              <a:t>- Removing inconsistent records</a:t>
            </a:r>
          </a:p>
          <a:p>
            <a:r>
              <a:t>- Creating calendar hierarchy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was structured using a star schema model.</a:t>
            </a:r>
          </a:p>
          <a:p>
            <a:endParaRPr/>
          </a:p>
          <a:p>
            <a:r>
              <a:t>Fact Table:</a:t>
            </a:r>
          </a:p>
          <a:p>
            <a:r>
              <a:t>- Attendance Records</a:t>
            </a:r>
          </a:p>
          <a:p>
            <a:endParaRPr/>
          </a:p>
          <a:p>
            <a:r>
              <a:t>Dimension Tables:</a:t>
            </a:r>
          </a:p>
          <a:p>
            <a:r>
              <a:t>- Employee</a:t>
            </a:r>
          </a:p>
          <a:p>
            <a:r>
              <a:t>- Date</a:t>
            </a:r>
          </a:p>
          <a:p>
            <a:r>
              <a:t>- Attendance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HR metrics were calculated using DAX.</a:t>
            </a:r>
          </a:p>
          <a:p>
            <a:endParaRPr/>
          </a:p>
          <a:p>
            <a:r>
              <a:t>Attendance %</a:t>
            </a:r>
          </a:p>
          <a:p>
            <a:r>
              <a:t>WFH %</a:t>
            </a:r>
          </a:p>
          <a:p>
            <a:r>
              <a:t>Sick Leave %</a:t>
            </a:r>
          </a:p>
          <a:p>
            <a:endParaRPr/>
          </a:p>
          <a:p>
            <a:r>
              <a:t>These measures allow HR teams to track workforce presence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Quarterly attendance averages around:</a:t>
            </a:r>
          </a:p>
          <a:p>
            <a:endParaRPr/>
          </a:p>
          <a:p>
            <a:r>
              <a:t>92%</a:t>
            </a:r>
          </a:p>
          <a:p>
            <a:endParaRPr/>
          </a:p>
          <a:p>
            <a:r>
              <a:t>This indicates generally strong workforce presence, though fluctuations occur across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764373"/>
            <a:ext cx="8257032" cy="1293028"/>
          </a:xfrm>
        </p:spPr>
        <p:txBody>
          <a:bodyPr/>
          <a:lstStyle/>
          <a:p>
            <a:r>
              <a:rPr dirty="0"/>
              <a:t>Attendance Drop in May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Attendance dropped significantly in May.</a:t>
            </a:r>
          </a:p>
          <a:p>
            <a:endParaRPr/>
          </a:p>
          <a:p>
            <a:r>
              <a:t>April: 94%</a:t>
            </a:r>
          </a:p>
          <a:p>
            <a:r>
              <a:t>May: 89.7%</a:t>
            </a:r>
          </a:p>
          <a:p>
            <a:endParaRPr/>
          </a:p>
          <a:p>
            <a:r>
              <a:t>Multiple days during May recorded attendance below 85%.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WFH Usage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From Home usage increased significantly in May.</a:t>
            </a:r>
          </a:p>
          <a:p>
            <a:endParaRPr/>
          </a:p>
          <a:p>
            <a:r>
              <a:t>Peak WFH usage reached:</a:t>
            </a:r>
          </a:p>
          <a:p>
            <a:r>
              <a:t>11.2%</a:t>
            </a:r>
          </a:p>
          <a:p>
            <a:endParaRPr/>
          </a:p>
          <a:p>
            <a:r>
              <a:t>Early May spikes reached 23.4%.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Sick Leave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Sick leave increased across months:</a:t>
            </a:r>
          </a:p>
          <a:p>
            <a:endParaRPr/>
          </a:p>
          <a:p>
            <a:r>
              <a:t>April: 0.4%</a:t>
            </a:r>
          </a:p>
          <a:p>
            <a:r>
              <a:t>May: 1.7%</a:t>
            </a:r>
          </a:p>
          <a:p>
            <a:r>
              <a:t>June: 1.2%</a:t>
            </a:r>
          </a:p>
          <a:p>
            <a:endParaRPr/>
          </a:p>
          <a:p>
            <a:r>
              <a:t>This may indicate stress or seasonal illness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764373"/>
            <a:ext cx="8147304" cy="1293028"/>
          </a:xfrm>
        </p:spPr>
        <p:txBody>
          <a:bodyPr/>
          <a:lstStyle/>
          <a:p>
            <a:r>
              <a:rPr dirty="0"/>
              <a:t>Weekly Attendance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Friday consistently shows the lowest attendance.</a:t>
            </a:r>
          </a:p>
          <a:p>
            <a:endParaRPr/>
          </a:p>
          <a:p>
            <a:r>
              <a:t>Many employees choose Work From Home before weekends.</a:t>
            </a:r>
          </a:p>
          <a:p>
            <a:endParaRPr/>
          </a:p>
          <a:p>
            <a:r>
              <a:t>This indicates a strong weekly behavioral pattern.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764373"/>
            <a:ext cx="8211312" cy="1293028"/>
          </a:xfrm>
        </p:spPr>
        <p:txBody>
          <a:bodyPr/>
          <a:lstStyle/>
          <a:p>
            <a:r>
              <a:rPr dirty="0"/>
              <a:t>Employee Attendance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Certain employees show significantly lower attendance.</a:t>
            </a:r>
          </a:p>
          <a:p>
            <a:endParaRPr/>
          </a:p>
          <a:p>
            <a:r>
              <a:t>Examples:</a:t>
            </a:r>
          </a:p>
          <a:p>
            <a:r>
              <a:t>Trystan Ortega – 45.5%</a:t>
            </a:r>
          </a:p>
          <a:p>
            <a:r>
              <a:t>Zaiden Wheeler – ~80%</a:t>
            </a:r>
          </a:p>
          <a:p>
            <a:endParaRPr/>
          </a:p>
          <a:p>
            <a:r>
              <a:t>These cases require HR attention.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" y="764373"/>
            <a:ext cx="8449056" cy="1293028"/>
          </a:xfrm>
        </p:spPr>
        <p:txBody>
          <a:bodyPr>
            <a:normAutofit/>
          </a:bodyPr>
          <a:lstStyle/>
          <a:p>
            <a:r>
              <a:rPr sz="3600" dirty="0"/>
              <a:t>Mid-Month Attendance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Attendance dips frequently occur around mid-month.</a:t>
            </a:r>
          </a:p>
          <a:p>
            <a:endParaRPr/>
          </a:p>
          <a:p>
            <a:r>
              <a:t>Examples:</a:t>
            </a:r>
          </a:p>
          <a:p>
            <a:r>
              <a:t>April 10–12</a:t>
            </a:r>
          </a:p>
          <a:p>
            <a:r>
              <a:t>May 8–10</a:t>
            </a:r>
          </a:p>
          <a:p>
            <a:r>
              <a:t>June 9–12</a:t>
            </a:r>
          </a:p>
          <a:p>
            <a:endParaRPr/>
          </a:p>
          <a:p>
            <a:r>
              <a:t>This may relate to workload or project cycles.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insights include:</a:t>
            </a:r>
          </a:p>
          <a:p>
            <a:r>
              <a:t>- Stable overall attendance</a:t>
            </a:r>
          </a:p>
          <a:p>
            <a:r>
              <a:t>- May shows lowest attendance</a:t>
            </a:r>
          </a:p>
          <a:p>
            <a:r>
              <a:t>- Increased WFH usage during low attendance</a:t>
            </a:r>
          </a:p>
          <a:p>
            <a:r>
              <a:t>- Fridays have lowest presence</a:t>
            </a:r>
          </a:p>
          <a:p>
            <a:r>
              <a:t>- Mid-month attendance dips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" y="764373"/>
            <a:ext cx="8476488" cy="1293028"/>
          </a:xfrm>
        </p:spPr>
        <p:txBody>
          <a:bodyPr/>
          <a:lstStyle/>
          <a:p>
            <a:r>
              <a:rPr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HR actions:</a:t>
            </a:r>
          </a:p>
          <a:p>
            <a:r>
              <a:t>- Investigate attendance drop in May</a:t>
            </a:r>
          </a:p>
          <a:p>
            <a:r>
              <a:t>- Introduce Hybrid Friday policy</a:t>
            </a:r>
          </a:p>
          <a:p>
            <a:r>
              <a:t>- Implement employee wellness programs</a:t>
            </a:r>
          </a:p>
          <a:p>
            <a:r>
              <a:t>- Monitor employees with low attendance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4373"/>
            <a:ext cx="8549640" cy="1293028"/>
          </a:xfrm>
        </p:spPr>
        <p:txBody>
          <a:bodyPr/>
          <a:lstStyle/>
          <a:p>
            <a:r>
              <a:rPr dirty="0"/>
              <a:t>Strategic HR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HR strategies:</a:t>
            </a:r>
          </a:p>
          <a:p>
            <a:r>
              <a:t>- Analyze mid-month workload cycles</a:t>
            </a:r>
          </a:p>
          <a:p>
            <a:r>
              <a:t>- Strengthen hybrid work policies</a:t>
            </a:r>
          </a:p>
          <a:p>
            <a:r>
              <a:t>- Improve employee engagement</a:t>
            </a:r>
          </a:p>
          <a:p>
            <a:r>
              <a:t>- Use analytics for proactive HR decisions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Power BI dashboard enables HR teams to monitor attendance trends,</a:t>
            </a:r>
          </a:p>
          <a:p>
            <a:r>
              <a:t>detect anomalies, and implement data-driven workforce policies.</a:t>
            </a:r>
          </a:p>
          <a:p>
            <a:endParaRPr/>
          </a:p>
          <a:p>
            <a:r>
              <a:t>It improves organizational productivity and employee well-being.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2304606"/>
            <a:ext cx="8229600" cy="2971482"/>
          </a:xfrm>
        </p:spPr>
        <p:txBody>
          <a:bodyPr>
            <a:noAutofit/>
          </a:bodyPr>
          <a:lstStyle/>
          <a:p>
            <a:pPr algn="l"/>
            <a:r>
              <a:rPr sz="10300" dirty="0"/>
              <a:t>Thank</a:t>
            </a:r>
            <a:r>
              <a:rPr lang="en-US" sz="10300" dirty="0"/>
              <a:t> </a:t>
            </a:r>
            <a:r>
              <a:rPr sz="10300" dirty="0"/>
              <a:t>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457200" y="6126163"/>
            <a:ext cx="411480" cy="91757"/>
          </a:xfrm>
        </p:spPr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</TotalTime>
  <Words>519</Words>
  <Application>Microsoft Office PowerPoint</Application>
  <PresentationFormat>On-screen Show (4:3)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Century Gothic</vt:lpstr>
      <vt:lpstr>Vapor Trail</vt:lpstr>
      <vt:lpstr>AtliQ HR Presence Insights</vt:lpstr>
      <vt:lpstr>Project Overview</vt:lpstr>
      <vt:lpstr>Business Problem</vt:lpstr>
      <vt:lpstr>Data Cleaning – Power Query</vt:lpstr>
      <vt:lpstr>Data Modeling</vt:lpstr>
      <vt:lpstr>DAX Measures</vt:lpstr>
      <vt:lpstr>Overall Attendance</vt:lpstr>
      <vt:lpstr>Attendance Drop in May</vt:lpstr>
      <vt:lpstr>WFH Usage Trends</vt:lpstr>
      <vt:lpstr>Sick Leave Trends</vt:lpstr>
      <vt:lpstr>Weekly Attendance Pattern</vt:lpstr>
      <vt:lpstr>Employee Attendance Issues</vt:lpstr>
      <vt:lpstr>Mid-Month Attendance Pattern</vt:lpstr>
      <vt:lpstr>Key Insights</vt:lpstr>
      <vt:lpstr>Business Recommendations</vt:lpstr>
      <vt:lpstr>Strategic HR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3</cp:revision>
  <dcterms:created xsi:type="dcterms:W3CDTF">2013-01-27T09:14:16Z</dcterms:created>
  <dcterms:modified xsi:type="dcterms:W3CDTF">2026-03-08T10:35:31Z</dcterms:modified>
  <cp:category/>
</cp:coreProperties>
</file>